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8000">
                <a:solidFill>
                  <a:srgbClr val="FFFFFF"/>
                </a:solidFill>
              </a:defRPr>
            </a:pPr>
            <a:r>
              <a:t>STS UGANDA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>
                <a:solidFill>
                  <a:srgbClr val="3B82F6"/>
                </a:solidFill>
              </a:defRPr>
            </a:pPr>
            <a:r>
              <a:t>The Future of Mobility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82F6"/>
                </a:solidFill>
              </a:defRPr>
            </a:pPr>
            <a:r>
              <a:t>01.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Mobility is Broken</a:t>
            </a:r>
          </a:p>
          <a:p/>
          <a:p>
            <a:pPr>
              <a:defRPr>
                <a:solidFill>
                  <a:srgbClr val="FFFFFF"/>
                </a:solidFill>
              </a:defRPr>
            </a:pPr>
            <a:r>
              <a:t>• Congestion: Lost productivity and economic drain.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Safety Gaps: No real-time SOS or monitoring.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Manual Finance: Cash-heavy systems with zero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B981"/>
                </a:solidFill>
              </a:defRPr>
            </a:pPr>
            <a:r>
              <a:t>02.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Fleet Intelligence</a:t>
            </a:r>
          </a:p>
          <a:p/>
          <a:p>
            <a:pPr>
              <a:defRPr>
                <a:solidFill>
                  <a:srgbClr val="FFFFFF"/>
                </a:solidFill>
              </a:defRPr>
            </a:pPr>
            <a:r>
              <a:t>• Live Map Tracking: Precise fleet surveillance.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AI Fare Engine: Dynamic, fair pricing.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Smart Settlement: Direct funds to Admin account.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B82F6"/>
                </a:solidFill>
              </a:defRPr>
            </a:pPr>
            <a:r>
              <a:t>03. Financial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Robust Revenue Engine</a:t>
            </a:r>
          </a:p>
          <a:p/>
          <a:p>
            <a:pPr>
              <a:defRPr>
                <a:solidFill>
                  <a:srgbClr val="FFFFFF"/>
                </a:solidFill>
              </a:defRPr>
            </a:pPr>
            <a:r>
              <a:t>• 25% Platform Fee: Systematic commission on transactions.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Unified Settlement: Instant transfer to Admin wallets.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1s Real-Time Sync: Full financial transparency.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04. Strategic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Phased Innovation</a:t>
            </a:r>
          </a:p>
          <a:p/>
          <a:p>
            <a:pPr>
              <a:defRPr>
                <a:solidFill>
                  <a:srgbClr val="FFFFFF"/>
                </a:solidFill>
              </a:defRPr>
            </a:pPr>
            <a:r>
              <a:t>• Q2 2026: Kampala Pilot Launch (1,000 Vehicles).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Q4 2026: USSD &amp; Offline Accessibility.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2027: Regional Expansion &amp; AI Predictive Rerouting.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